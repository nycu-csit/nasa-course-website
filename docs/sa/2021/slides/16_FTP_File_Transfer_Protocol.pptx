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1998325" cy="7559675"/>
  <p:notesSz cx="7559675" cy="10691813"/>
  <p:embeddedFontLst>
    <p:embeddedFont>
      <p:font typeface="Microsoft JhengHei" panose="020B0604030504040204" pitchFamily="34" charset="-120"/>
      <p:regular r:id="rId17"/>
      <p:bold r:id="rId18"/>
    </p:embeddedFont>
    <p:embeddedFont>
      <p:font typeface="Source Sans Pro" panose="020B0503030403020204" pitchFamily="34" charset="0"/>
      <p:regular r:id="rId19"/>
      <p:bold r:id="rId20"/>
      <p:italic r:id="rId21"/>
      <p:boldItalic r:id="rId22"/>
    </p:embeddedFont>
    <p:embeddedFont>
      <p:font typeface="Ubuntu Mono" panose="020B0509030602030204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ang-Chi Tseng" initials="" lastIdx="5" clrIdx="0"/>
  <p:cmAuthor id="1" name="Li-Wen Hsu" initials="" lastIdx="2" clrIdx="1"/>
  <p:cmAuthor id="2" name="Jui-Nan Eric Lin" initials="" lastIdx="1" clrIdx="2"/>
  <p:cmAuthor id="3" name="Johnson Yuan" initials="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92" d="100"/>
          <a:sy n="92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1-11T16:58:55.739" idx="2">
    <p:pos x="6000" y="0"/>
    <p:text>Remove Pure-FTPd WebUI since the project seems not active anymore.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189986f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189986f69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0cacc738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0cacc7387_1_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0cacc7387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0cacc7387_1_4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a0cacc7387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a0cacc7387_1_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0cacc7387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0cacc7387_1_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0cacc7387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a0cacc7387_1_6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a0cacc7387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a0cacc7387_1_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f03a2a5e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f03a2a5e3_1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f03a2a5e3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f03a2a5e3_1_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f03a2a5e3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9f03a2a5e3_1_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629ba4658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a629ba4658_1_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629ba4658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629ba4658_1_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629ba4658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a629ba4658_1_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a629ba4658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a629ba4658_1_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query=pure-ftpwho&amp;sektion=8&amp;apropos=0&amp;manpath=FreeBSD+12.2-RELEASE+and+Por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reebsd.org/cgi/man.cgi?query=pure-pw&amp;sektion=8&amp;apropos=0&amp;manpath=FreeBSD+12.2-RELEASE+and+Port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FTP - File Transfer Protocol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jnlin</a:t>
            </a:r>
            <a:r>
              <a:rPr lang="en-US" dirty="0"/>
              <a:t>(2019-2021, CC BY-SA)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? (1996-2018)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FTP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6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Char char="●"/>
            </a:pPr>
            <a:r>
              <a:rPr lang="en-US" sz="3300">
                <a:solidFill>
                  <a:schemeClr val="dk1"/>
                </a:solidFill>
              </a:rPr>
              <a:t>FTP</a:t>
            </a:r>
            <a:endParaRPr sz="3900"/>
          </a:p>
          <a:p>
            <a:pPr marL="914400" lvl="1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File Transfer Protocol</a:t>
            </a:r>
            <a:endParaRPr sz="3100">
              <a:solidFill>
                <a:schemeClr val="dk1"/>
              </a:solidFill>
            </a:endParaRPr>
          </a:p>
          <a:p>
            <a:pPr marL="914400" lvl="1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Used to transfer data from one computer to another over the internet</a:t>
            </a:r>
            <a:endParaRPr sz="3100">
              <a:solidFill>
                <a:schemeClr val="dk1"/>
              </a:solidFill>
            </a:endParaRPr>
          </a:p>
          <a:p>
            <a:pPr marL="914400" lvl="1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Client-Server Architecture</a:t>
            </a:r>
            <a:endParaRPr sz="3100">
              <a:solidFill>
                <a:schemeClr val="dk1"/>
              </a:solidFill>
            </a:endParaRPr>
          </a:p>
          <a:p>
            <a:pPr marL="914400" lvl="1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Separated control/data connections</a:t>
            </a:r>
            <a:endParaRPr sz="3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FTP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FTP connections</a:t>
            </a:r>
            <a:endParaRPr sz="3300"/>
          </a:p>
          <a:p>
            <a:pPr marL="914400" lvl="1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Control connection</a:t>
            </a:r>
            <a:endParaRPr sz="3100">
              <a:solidFill>
                <a:schemeClr val="dk1"/>
              </a:solidFill>
            </a:endParaRPr>
          </a:p>
          <a:p>
            <a:pPr marL="1371600" lvl="2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■"/>
            </a:pPr>
            <a:r>
              <a:rPr lang="en-US" sz="3100">
                <a:solidFill>
                  <a:schemeClr val="dk1"/>
                </a:solidFill>
              </a:rPr>
              <a:t>Created when an FTP session is established</a:t>
            </a:r>
            <a:endParaRPr sz="3100">
              <a:solidFill>
                <a:schemeClr val="dk1"/>
              </a:solidFill>
            </a:endParaRPr>
          </a:p>
          <a:p>
            <a:pPr marL="1371600" lvl="2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■"/>
            </a:pPr>
            <a:r>
              <a:rPr lang="en-US" sz="3100">
                <a:solidFill>
                  <a:schemeClr val="dk1"/>
                </a:solidFill>
              </a:rPr>
              <a:t>Only for passing control information</a:t>
            </a:r>
            <a:endParaRPr sz="3100">
              <a:solidFill>
                <a:schemeClr val="dk1"/>
              </a:solidFill>
            </a:endParaRPr>
          </a:p>
          <a:p>
            <a:pPr marL="914400" lvl="1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Data connection</a:t>
            </a:r>
            <a:endParaRPr sz="3100">
              <a:solidFill>
                <a:schemeClr val="dk1"/>
              </a:solidFill>
            </a:endParaRPr>
          </a:p>
          <a:p>
            <a:pPr marL="1371600" lvl="2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■"/>
            </a:pPr>
            <a:r>
              <a:rPr lang="en-US" sz="3100">
                <a:solidFill>
                  <a:schemeClr val="dk1"/>
                </a:solidFill>
              </a:rPr>
              <a:t>Each time that data is sent, a distinct TCP data connect is established</a:t>
            </a:r>
            <a:endParaRPr sz="3100">
              <a:solidFill>
                <a:schemeClr val="dk1"/>
              </a:solidFill>
            </a:endParaRPr>
          </a:p>
          <a:p>
            <a:pPr marL="1371600" lvl="2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■"/>
            </a:pPr>
            <a:r>
              <a:rPr lang="en-US" sz="3100">
                <a:solidFill>
                  <a:schemeClr val="dk1"/>
                </a:solidFill>
              </a:rPr>
              <a:t>Data Connection Modes</a:t>
            </a:r>
            <a:endParaRPr sz="3100">
              <a:solidFill>
                <a:schemeClr val="dk1"/>
              </a:solidFill>
            </a:endParaRPr>
          </a:p>
          <a:p>
            <a:pPr marL="1828800" lvl="3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Active</a:t>
            </a:r>
            <a:endParaRPr sz="3100">
              <a:solidFill>
                <a:schemeClr val="dk1"/>
              </a:solidFill>
            </a:endParaRPr>
          </a:p>
          <a:p>
            <a:pPr marL="1828800" lvl="3" indent="-42545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Passive</a:t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FTP</a:t>
            </a:r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599050" y="1663750"/>
            <a:ext cx="10830900" cy="555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Char char="●"/>
            </a:pPr>
            <a:r>
              <a:rPr lang="en-US" sz="3300">
                <a:solidFill>
                  <a:schemeClr val="dk1"/>
                </a:solidFill>
              </a:rPr>
              <a:t>Security concern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As we seen, FTP connections (both command and data) are transmitted in clear text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What if somebody sniffing the network?</a:t>
            </a:r>
            <a:endParaRPr sz="3000">
              <a:solidFill>
                <a:schemeClr val="dk1"/>
              </a:solidFill>
            </a:endParaRPr>
          </a:p>
          <a:p>
            <a:pPr marL="1371600" lvl="2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■"/>
            </a:pPr>
            <a:r>
              <a:rPr lang="en-US" sz="3000">
                <a:solidFill>
                  <a:schemeClr val="dk1"/>
                </a:solidFill>
              </a:rPr>
              <a:t>We need encryption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FTP</a:t>
            </a:r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Char char="●"/>
            </a:pPr>
            <a:r>
              <a:rPr lang="en-US" sz="3300">
                <a:solidFill>
                  <a:schemeClr val="dk1"/>
                </a:solidFill>
              </a:rPr>
              <a:t>Solutions</a:t>
            </a:r>
            <a:endParaRPr sz="3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FTP over SSH</a:t>
            </a:r>
            <a:endParaRPr sz="3000">
              <a:solidFill>
                <a:schemeClr val="dk1"/>
              </a:solidFill>
            </a:endParaRPr>
          </a:p>
          <a:p>
            <a:pPr marL="1371600" lvl="2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■"/>
            </a:pPr>
            <a:r>
              <a:rPr lang="en-US" sz="3000">
                <a:solidFill>
                  <a:schemeClr val="dk1"/>
                </a:solidFill>
              </a:rPr>
              <a:t>A normal FTP session tunneled through a SSH channel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SSH File Transfer Protocol (SFTP)</a:t>
            </a:r>
            <a:endParaRPr sz="3000">
              <a:solidFill>
                <a:schemeClr val="dk1"/>
              </a:solidFill>
            </a:endParaRPr>
          </a:p>
          <a:p>
            <a:pPr marL="1371600" lvl="2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■"/>
            </a:pPr>
            <a:r>
              <a:rPr lang="en-US" sz="3000">
                <a:solidFill>
                  <a:schemeClr val="dk1"/>
                </a:solidFill>
              </a:rPr>
              <a:t>Both commands and data are encrypted while transmitting</a:t>
            </a:r>
            <a:endParaRPr sz="3000">
              <a:solidFill>
                <a:schemeClr val="dk1"/>
              </a:solidFill>
            </a:endParaRPr>
          </a:p>
          <a:p>
            <a:pPr marL="1371600" lvl="2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■"/>
            </a:pPr>
            <a:r>
              <a:rPr lang="en-US" sz="3000">
                <a:solidFill>
                  <a:schemeClr val="dk1"/>
                </a:solidFill>
              </a:rPr>
              <a:t>One connection, but poor performance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FTP over TLS (ftps, ftpes)</a:t>
            </a:r>
            <a:endParaRPr sz="3000">
              <a:solidFill>
                <a:schemeClr val="dk1"/>
              </a:solidFill>
            </a:endParaRPr>
          </a:p>
          <a:p>
            <a:pPr marL="1371600" lvl="2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■"/>
            </a:pPr>
            <a:r>
              <a:rPr lang="en-US" sz="3000">
                <a:solidFill>
                  <a:schemeClr val="dk1"/>
                </a:solidFill>
              </a:rPr>
              <a:t>Only commands are encrypted while transmitting</a:t>
            </a:r>
            <a:endParaRPr sz="3000">
              <a:solidFill>
                <a:schemeClr val="dk1"/>
              </a:solidFill>
            </a:endParaRPr>
          </a:p>
          <a:p>
            <a:pPr marL="1371600" lvl="2" indent="-419100" algn="l" rtl="0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■"/>
            </a:pPr>
            <a:r>
              <a:rPr lang="en-US" sz="3000">
                <a:solidFill>
                  <a:schemeClr val="dk1"/>
                </a:solidFill>
              </a:rPr>
              <a:t>Better performance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FTP - Pure-FTPd(1/3)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599050" y="1455775"/>
            <a:ext cx="10830900" cy="57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Introduction</a:t>
            </a:r>
            <a:endParaRPr sz="23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A small, easy to set up, fast and secure FTP server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Support chroot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Restrictions on clients, and system-wide.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Verbose logging with syslog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Anonymous FTP with more restrictions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Virtual Users, and Unix authentication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FXP (File eXchange Protocol)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FTP over TLS</a:t>
            </a:r>
            <a:endParaRPr sz="30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UTF-8 support for filenames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FTP - Pure-FTPd(2/3)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599050" y="1455775"/>
            <a:ext cx="10830900" cy="57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Noto Sans Symbols"/>
              <a:buChar char="●"/>
            </a:pPr>
            <a:r>
              <a:rPr lang="en-US" sz="3300">
                <a:solidFill>
                  <a:schemeClr val="dk1"/>
                </a:solidFill>
              </a:rPr>
              <a:t>Installation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Ports: /usr/ports/ftp/pure-ftpd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Options</a:t>
            </a:r>
            <a:endParaRPr sz="3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150" y="3129925"/>
            <a:ext cx="6956475" cy="40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FTP - Pure-FTPd(3/3)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599050" y="1455775"/>
            <a:ext cx="10830900" cy="57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Other options</a:t>
            </a:r>
            <a:endParaRPr sz="3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</a:endParaRPr>
          </a:p>
          <a:p>
            <a:pPr marL="9144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LANGUAGE</a:t>
            </a:r>
            <a:endParaRPr sz="3100">
              <a:solidFill>
                <a:schemeClr val="dk1"/>
              </a:solidFill>
            </a:endParaRPr>
          </a:p>
          <a:p>
            <a:pPr marL="1371600" lvl="2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■"/>
            </a:pPr>
            <a:r>
              <a:rPr lang="en-US" sz="3100">
                <a:solidFill>
                  <a:schemeClr val="dk1"/>
                </a:solidFill>
              </a:rPr>
              <a:t>Change the language of output messages</a:t>
            </a:r>
            <a:endParaRPr sz="3100">
              <a:solidFill>
                <a:schemeClr val="dk1"/>
              </a:solidFill>
            </a:endParaRPr>
          </a:p>
          <a:p>
            <a:pPr marL="457200" lvl="0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chemeClr val="dk1"/>
                </a:solidFill>
              </a:rPr>
              <a:t>Startup</a:t>
            </a:r>
            <a:endParaRPr sz="3100">
              <a:solidFill>
                <a:schemeClr val="dk1"/>
              </a:solidFill>
            </a:endParaRPr>
          </a:p>
          <a:p>
            <a:pPr marL="914400" lvl="1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</a:rPr>
              <a:t>Add pureftpd_enable="YES" in /etc/rc.conf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520775" y="1995200"/>
            <a:ext cx="9130500" cy="3191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nctucs [/usr/ports/ftp/pure-ftpd] -wangth- sudo make extract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…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You can use the following additional options: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LANGUAGE=lang (default: english)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- Enable compilation of one language support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  available lang: brazilian-portuguese, catalan, czech, danish, dutch,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  english, french, french-funny, german, hungarian, italian, korean,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  norwegian, polish, romanian, russian, simplified-chinese, slovak,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  spanish, swedish, traditional-chinese, Turkish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FTP - Pure-FTPd Configurations(1/3)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599050" y="1455775"/>
            <a:ext cx="10830900" cy="57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dirty="0">
                <a:solidFill>
                  <a:schemeClr val="dk1"/>
                </a:solidFill>
              </a:rPr>
              <a:t>Configurations:</a:t>
            </a:r>
            <a:endParaRPr sz="2700" dirty="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 dirty="0">
                <a:solidFill>
                  <a:schemeClr val="dk1"/>
                </a:solidFill>
              </a:rPr>
              <a:t>File: /</a:t>
            </a:r>
            <a:r>
              <a:rPr lang="en-US" sz="2700" dirty="0" err="1">
                <a:solidFill>
                  <a:schemeClr val="dk1"/>
                </a:solidFill>
              </a:rPr>
              <a:t>usr</a:t>
            </a:r>
            <a:r>
              <a:rPr lang="en-US" sz="2700" dirty="0">
                <a:solidFill>
                  <a:schemeClr val="dk1"/>
                </a:solidFill>
              </a:rPr>
              <a:t>/local/</a:t>
            </a:r>
            <a:r>
              <a:rPr lang="en-US" sz="2700" dirty="0" err="1">
                <a:solidFill>
                  <a:schemeClr val="dk1"/>
                </a:solidFill>
              </a:rPr>
              <a:t>etc</a:t>
            </a:r>
            <a:r>
              <a:rPr lang="en-US" sz="2700" dirty="0">
                <a:solidFill>
                  <a:schemeClr val="dk1"/>
                </a:solidFill>
              </a:rPr>
              <a:t>/pure-</a:t>
            </a:r>
            <a:r>
              <a:rPr lang="en-US" sz="2700" dirty="0" err="1">
                <a:solidFill>
                  <a:schemeClr val="dk1"/>
                </a:solidFill>
              </a:rPr>
              <a:t>ftpd.conf</a:t>
            </a:r>
            <a:endParaRPr sz="2700" dirty="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 dirty="0">
                <a:solidFill>
                  <a:schemeClr val="dk1"/>
                </a:solidFill>
              </a:rPr>
              <a:t>Documents</a:t>
            </a:r>
            <a:endParaRPr sz="2700" dirty="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 dirty="0">
                <a:solidFill>
                  <a:schemeClr val="dk1"/>
                </a:solidFill>
              </a:rPr>
              <a:t>Configuration sample: /</a:t>
            </a:r>
            <a:r>
              <a:rPr lang="en-US" sz="2700" dirty="0" err="1">
                <a:solidFill>
                  <a:schemeClr val="dk1"/>
                </a:solidFill>
              </a:rPr>
              <a:t>usr</a:t>
            </a:r>
            <a:r>
              <a:rPr lang="en-US" sz="2700" dirty="0">
                <a:solidFill>
                  <a:schemeClr val="dk1"/>
                </a:solidFill>
              </a:rPr>
              <a:t>/local/</a:t>
            </a:r>
            <a:r>
              <a:rPr lang="en-US" sz="2700" dirty="0" err="1">
                <a:solidFill>
                  <a:schemeClr val="dk1"/>
                </a:solidFill>
              </a:rPr>
              <a:t>etc</a:t>
            </a:r>
            <a:r>
              <a:rPr lang="en-US" sz="2700" dirty="0">
                <a:solidFill>
                  <a:schemeClr val="dk1"/>
                </a:solidFill>
              </a:rPr>
              <a:t>/pure-</a:t>
            </a:r>
            <a:r>
              <a:rPr lang="en-US" sz="2700" dirty="0" err="1">
                <a:solidFill>
                  <a:schemeClr val="dk1"/>
                </a:solidFill>
              </a:rPr>
              <a:t>ftpd.conf.sample</a:t>
            </a:r>
            <a:endParaRPr sz="2700" dirty="0">
              <a:solidFill>
                <a:schemeClr val="dk1"/>
              </a:solidFill>
            </a:endParaRPr>
          </a:p>
          <a:p>
            <a:pPr marL="1828800" lvl="3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dirty="0">
                <a:solidFill>
                  <a:schemeClr val="dk1"/>
                </a:solidFill>
              </a:rPr>
              <a:t>All options are explained clearly in this file.</a:t>
            </a:r>
            <a:endParaRPr sz="2700" dirty="0">
              <a:solidFill>
                <a:schemeClr val="dk1"/>
              </a:solidFill>
            </a:endParaRPr>
          </a:p>
          <a:p>
            <a:pPr marL="1371600" lvl="2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</a:pPr>
            <a:r>
              <a:rPr lang="en-US" sz="2700" dirty="0">
                <a:solidFill>
                  <a:schemeClr val="dk1"/>
                </a:solidFill>
              </a:rPr>
              <a:t>Other documents</a:t>
            </a:r>
            <a:endParaRPr sz="2700" dirty="0">
              <a:solidFill>
                <a:schemeClr val="dk1"/>
              </a:solidFill>
            </a:endParaRPr>
          </a:p>
          <a:p>
            <a:pPr marL="1828800" lvl="3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dirty="0">
                <a:solidFill>
                  <a:schemeClr val="dk1"/>
                </a:solidFill>
              </a:rPr>
              <a:t>See /</a:t>
            </a:r>
            <a:r>
              <a:rPr lang="en-US" sz="2700" dirty="0" err="1">
                <a:solidFill>
                  <a:schemeClr val="dk1"/>
                </a:solidFill>
              </a:rPr>
              <a:t>usr</a:t>
            </a:r>
            <a:r>
              <a:rPr lang="en-US" sz="2700" dirty="0">
                <a:solidFill>
                  <a:schemeClr val="dk1"/>
                </a:solidFill>
              </a:rPr>
              <a:t>/local/share/doc/pure-</a:t>
            </a:r>
            <a:r>
              <a:rPr lang="en-US" sz="2700" dirty="0" err="1">
                <a:solidFill>
                  <a:schemeClr val="dk1"/>
                </a:solidFill>
              </a:rPr>
              <a:t>ftpd</a:t>
            </a:r>
            <a:r>
              <a:rPr lang="en-US" sz="2700" dirty="0">
                <a:solidFill>
                  <a:schemeClr val="dk1"/>
                </a:solidFill>
              </a:rPr>
              <a:t>/*</a:t>
            </a:r>
            <a:endParaRPr sz="2700" dirty="0">
              <a:solidFill>
                <a:schemeClr val="dk1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2425250" y="4368100"/>
            <a:ext cx="6887400" cy="29253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nctucs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 [/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/ports/ftp/pure-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ftpd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] -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wangth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- ls</a:t>
            </a:r>
            <a:endParaRPr sz="20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AUTHORS		README.LDAP</a:t>
            </a:r>
            <a:r>
              <a:rPr lang="en" sz="2000" dirty="0">
                <a:latin typeface="Ubuntu Mono"/>
                <a:ea typeface="Ubuntu Mono"/>
                <a:cs typeface="Ubuntu Mono"/>
                <a:sym typeface="Ubuntu Mono"/>
              </a:rPr>
              <a:t>	CONTACT	</a:t>
            </a:r>
            <a:br>
              <a:rPr lang="en" sz="2000" dirty="0">
                <a:latin typeface="Ubuntu Mono"/>
                <a:ea typeface="Ubuntu Mono"/>
                <a:cs typeface="Ubuntu Mono"/>
                <a:sym typeface="Ubuntu Mono"/>
              </a:rPr>
            </a:br>
            <a:r>
              <a:rPr lang="en" sz="2000" dirty="0" err="1">
                <a:latin typeface="Ubuntu Mono"/>
                <a:ea typeface="Ubuntu Mono"/>
                <a:cs typeface="Ubuntu Mono"/>
                <a:sym typeface="Ubuntu Mono"/>
              </a:rPr>
              <a:t>README.MySQL</a:t>
            </a:r>
            <a:r>
              <a:rPr lang="en" sz="2000" dirty="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COPYING		README.PGSQL</a:t>
            </a:r>
            <a:endParaRPr sz="20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HISTORY		README.TLS	NEWS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README.Virtual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-Users		README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THANKS		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README.Authentication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-Modules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pure-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ftpd.png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	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README.Configuration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-File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pureftpd.schema</a:t>
            </a:r>
            <a:endParaRPr sz="2000" dirty="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FTP - Pure-FTPd Configurations(2/3)</a:t>
            </a: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599050" y="1455775"/>
            <a:ext cx="10830900" cy="57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599050" y="1455775"/>
            <a:ext cx="10830900" cy="5768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1">
                <a:latin typeface="Ubuntu Mono"/>
                <a:ea typeface="Ubuntu Mono"/>
                <a:cs typeface="Ubuntu Mono"/>
                <a:sym typeface="Ubuntu Mono"/>
              </a:rPr>
              <a:t># Restrict users to their home directory</a:t>
            </a:r>
            <a:endParaRPr sz="2000" i="1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ChrootEveryone    	yes</a:t>
            </a:r>
            <a:endParaRPr sz="20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1">
                <a:latin typeface="Ubuntu Mono"/>
                <a:ea typeface="Ubuntu Mono"/>
                <a:cs typeface="Ubuntu Mono"/>
                <a:sym typeface="Ubuntu Mono"/>
              </a:rPr>
              <a:t># If the previous option is set to "no", members of the following group</a:t>
            </a:r>
            <a:endParaRPr sz="2000" i="1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1">
                <a:latin typeface="Ubuntu Mono"/>
                <a:ea typeface="Ubuntu Mono"/>
                <a:cs typeface="Ubuntu Mono"/>
                <a:sym typeface="Ubuntu Mono"/>
              </a:rPr>
              <a:t># won't be restricted. Others will be. If you don't want chroot()ing anyone,</a:t>
            </a:r>
            <a:endParaRPr sz="2000" i="1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1">
                <a:latin typeface="Ubuntu Mono"/>
                <a:ea typeface="Ubuntu Mono"/>
                <a:cs typeface="Ubuntu Mono"/>
                <a:sym typeface="Ubuntu Mono"/>
              </a:rPr>
              <a:t># just comment out ChrootEveryone and TrustedGID.</a:t>
            </a:r>
            <a:endParaRPr sz="2000" i="1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TrustedGID               	0</a:t>
            </a:r>
            <a:endParaRPr sz="20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1">
                <a:latin typeface="Ubuntu Mono"/>
                <a:ea typeface="Ubuntu Mono"/>
                <a:cs typeface="Ubuntu Mono"/>
                <a:sym typeface="Ubuntu Mono"/>
              </a:rPr>
              <a:t># Disallow authenticated users - Act only as a public FTP server.</a:t>
            </a:r>
            <a:endParaRPr sz="2000" i="1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AnonymousOnly            	no</a:t>
            </a:r>
            <a:endParaRPr sz="20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1">
                <a:latin typeface="Ubuntu Mono"/>
                <a:ea typeface="Ubuntu Mono"/>
                <a:cs typeface="Ubuntu Mono"/>
                <a:sym typeface="Ubuntu Mono"/>
              </a:rPr>
              <a:t># Disallow anonymous connections. Only accept authenticated users.</a:t>
            </a:r>
            <a:endParaRPr sz="2000" i="1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NoAnonymous              	yes</a:t>
            </a:r>
            <a:endParaRPr sz="20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1">
                <a:latin typeface="Ubuntu Mono"/>
                <a:ea typeface="Ubuntu Mono"/>
                <a:cs typeface="Ubuntu Mono"/>
                <a:sym typeface="Ubuntu Mono"/>
              </a:rPr>
              <a:t># If you want simple Unix (/etc/passwd) authentication, uncomment this</a:t>
            </a:r>
            <a:endParaRPr sz="2000" i="1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UnixAuthentication	       yes</a:t>
            </a:r>
            <a:endParaRPr sz="20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i="1">
                <a:latin typeface="Ubuntu Mono"/>
                <a:ea typeface="Ubuntu Mono"/>
                <a:cs typeface="Ubuntu Mono"/>
                <a:sym typeface="Ubuntu Mono"/>
              </a:rPr>
              <a:t># Port range for passive connections - keep it as broad as possible.</a:t>
            </a:r>
            <a:endParaRPr sz="2000" i="1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PassivePortRange	30000 50000</a:t>
            </a:r>
            <a:endParaRPr sz="2000">
              <a:solidFill>
                <a:srgbClr val="FF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FTP - Pure-FTPd Configurations(3/3)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599050" y="1455775"/>
            <a:ext cx="10830900" cy="57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99050" y="1455775"/>
            <a:ext cx="10830900" cy="53700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This option accepts three values: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0: disable SSL/TLS encryption layer (default).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1: accept both cleartext and encrypted sessions.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2: refuse connections that don't use the TLS security mechanism,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	including anonymous sessions.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Do _not_ uncomment this blindly. Double check that: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1) The server has been compiled with TLS support (--with-tls),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2) A valid certificate is in place,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3) Only compatible clients will log in.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TLS 2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UTF-8 support for file names (RFC 2640)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Set the charset of the server filesystem and optionally the default charset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for remote clients that don't use UTF-8.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666666"/>
                </a:solidFill>
                <a:latin typeface="Ubuntu Mono"/>
                <a:ea typeface="Ubuntu Mono"/>
                <a:cs typeface="Ubuntu Mono"/>
                <a:sym typeface="Ubuntu Mono"/>
              </a:rPr>
              <a:t># Works only if pure-ftpd has been compiled with --with-rfc2640</a:t>
            </a:r>
            <a:endParaRPr sz="2000" i="1">
              <a:solidFill>
                <a:srgbClr val="66666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# FileSystemCharset 	UTF-8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# ClientCharset 	UTF-8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FTP - Pure-FTPd Problem Shooting</a:t>
            </a:r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Logs Location</a:t>
            </a:r>
            <a:endParaRPr sz="33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In default, syslogd keeps ftp logs in /var/log/xferlog</a:t>
            </a:r>
            <a:endParaRPr sz="3000"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Most frequent problems</a:t>
            </a:r>
            <a:endParaRPr sz="33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pure-ftpd: (?@?) [ERROR] Unable to find the 'ftp' account</a:t>
            </a:r>
            <a:endParaRPr sz="3000">
              <a:solidFill>
                <a:schemeClr val="dk1"/>
              </a:solidFill>
            </a:endParaRPr>
          </a:p>
          <a:p>
            <a:pPr marL="1371600" lvl="2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</a:pPr>
            <a:r>
              <a:rPr lang="en-US" sz="2800">
                <a:solidFill>
                  <a:schemeClr val="dk1"/>
                </a:solidFill>
              </a:rPr>
              <a:t>It’s ok, but you may need it for Virtual FTP Account.</a:t>
            </a:r>
            <a:endParaRPr sz="28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pure-ftpd: (?@?) [ERROR] Sorry, but that file doesn't exist: [/etc/ssl/private/pure-ftpd.pem]</a:t>
            </a:r>
            <a:endParaRPr sz="3000">
              <a:solidFill>
                <a:schemeClr val="dk1"/>
              </a:solidFill>
            </a:endParaRPr>
          </a:p>
          <a:p>
            <a:pPr marL="1371600" lvl="2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</a:pPr>
            <a:r>
              <a:rPr lang="en-US" sz="2800">
                <a:solidFill>
                  <a:schemeClr val="dk1"/>
                </a:solidFill>
              </a:rPr>
              <a:t>If you set TLS = 2, then this file is needed.</a:t>
            </a:r>
            <a:endParaRPr sz="2800">
              <a:solidFill>
                <a:schemeClr val="dk1"/>
              </a:solidFill>
            </a:endParaRPr>
          </a:p>
          <a:p>
            <a:pPr marL="914400" lvl="1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How to generate a pure-ftpd.pem?</a:t>
            </a:r>
            <a:endParaRPr sz="3000">
              <a:solidFill>
                <a:schemeClr val="dk1"/>
              </a:solidFill>
            </a:endParaRPr>
          </a:p>
          <a:p>
            <a:pPr marL="1371600" lvl="2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</a:pPr>
            <a:r>
              <a:rPr lang="en-US" sz="2800">
                <a:solidFill>
                  <a:schemeClr val="dk1"/>
                </a:solidFill>
              </a:rPr>
              <a:t>See README.TLS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FTP - Pure-FTPd Tools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body" idx="1"/>
          </p:nvPr>
        </p:nvSpPr>
        <p:spPr>
          <a:xfrm>
            <a:off x="599050" y="1455775"/>
            <a:ext cx="10830900" cy="57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pure-*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u="sng">
                <a:solidFill>
                  <a:schemeClr val="hlink"/>
                </a:solidFill>
                <a:hlinkClick r:id="rId3"/>
              </a:rPr>
              <a:t>pure-ftpwho(8)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List info of users who are currently connecting to the FTP server.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 u="sng">
                <a:solidFill>
                  <a:schemeClr val="hlink"/>
                </a:solidFill>
                <a:hlinkClick r:id="rId4"/>
              </a:rPr>
              <a:t>pure-pw(8)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Manage Virtual Users in PureDB format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See README.Virtual-Users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1038100" y="1927950"/>
            <a:ext cx="8807100" cy="27378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nctucs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 [~] 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wangth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- ls 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/pure-*</a:t>
            </a: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alwaysfail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	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mrtginfo</a:t>
            </a: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authd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		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quotacheck</a:t>
            </a: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ftpd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		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uploadscript</a:t>
            </a: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sbin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ftpwho</a:t>
            </a: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nctucs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 [~] 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wangth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- ls 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/local/bin/pure-*</a:t>
            </a: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/local/bin/pure-pw			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/local/bin/pure-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statsdecode</a:t>
            </a: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usr</a:t>
            </a:r>
            <a:r>
              <a:rPr lang="en-US" sz="1900" dirty="0">
                <a:latin typeface="Ubuntu Mono"/>
                <a:ea typeface="Ubuntu Mono"/>
                <a:cs typeface="Ubuntu Mono"/>
                <a:sym typeface="Ubuntu Mono"/>
              </a:rPr>
              <a:t>/local/bin/pure-</a:t>
            </a:r>
            <a:r>
              <a:rPr lang="en-US" sz="1900" dirty="0" err="1">
                <a:latin typeface="Ubuntu Mono"/>
                <a:ea typeface="Ubuntu Mono"/>
                <a:cs typeface="Ubuntu Mono"/>
                <a:sym typeface="Ubuntu Mono"/>
              </a:rPr>
              <a:t>pwconvert</a:t>
            </a:r>
            <a:endParaRPr sz="1900" dirty="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FTP - More Tools</a:t>
            </a:r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body" idx="1"/>
          </p:nvPr>
        </p:nvSpPr>
        <p:spPr>
          <a:xfrm>
            <a:off x="599050" y="1455775"/>
            <a:ext cx="10830900" cy="57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ftp/pureadmin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Management utility for the PureFTPd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ftp/lftp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Shell-like command line ftp client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Support TLS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ftp/wget, ftp/curl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Retrieve files from the Net via HTTP(S) and FTP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ftp/mget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Multithreaded command line web-download manager</a:t>
            </a: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FileZilla (ftp/filezilla)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A graphical cross-platform FTP client</a:t>
            </a:r>
            <a:endParaRPr sz="2700">
              <a:solidFill>
                <a:schemeClr val="dk1"/>
              </a:solidFill>
            </a:endParaRPr>
          </a:p>
          <a:p>
            <a:pPr marL="914400" lvl="1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Support TLS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</Words>
  <Application>Microsoft Macintosh PowerPoint</Application>
  <PresentationFormat>自訂</PresentationFormat>
  <Paragraphs>184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Source Sans Pro</vt:lpstr>
      <vt:lpstr>Noto Sans Symbols</vt:lpstr>
      <vt:lpstr>Ubuntu Mono</vt:lpstr>
      <vt:lpstr>Times New Roman</vt:lpstr>
      <vt:lpstr>Microsoft JhengHei</vt:lpstr>
      <vt:lpstr>Arial</vt:lpstr>
      <vt:lpstr>CSCC NASA</vt:lpstr>
      <vt:lpstr>FTP - File Transfer Protocol</vt:lpstr>
      <vt:lpstr>FTP</vt:lpstr>
      <vt:lpstr>FTP</vt:lpstr>
      <vt:lpstr>FTP</vt:lpstr>
      <vt:lpstr>FTP</vt:lpstr>
      <vt:lpstr>FTP - Pure-FTPd(1/3)</vt:lpstr>
      <vt:lpstr>FTP - Pure-FTPd(2/3)</vt:lpstr>
      <vt:lpstr>FTP - Pure-FTPd(3/3)</vt:lpstr>
      <vt:lpstr>FTP - Pure-FTPd Configurations(1/3)</vt:lpstr>
      <vt:lpstr>FTP - Pure-FTPd Configurations(2/3)</vt:lpstr>
      <vt:lpstr>FTP - Pure-FTPd Configurations(3/3)</vt:lpstr>
      <vt:lpstr>FTP - Pure-FTPd Problem Shooting</vt:lpstr>
      <vt:lpstr>FTP - Pure-FTPd Tools</vt:lpstr>
      <vt:lpstr>FTP - More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FTP - File Transfer Protocol</dc:title>
  <cp:lastModifiedBy>Microsoft Office User</cp:lastModifiedBy>
  <cp:revision>1</cp:revision>
  <dcterms:modified xsi:type="dcterms:W3CDTF">2021-11-10T01:18:34Z</dcterms:modified>
</cp:coreProperties>
</file>